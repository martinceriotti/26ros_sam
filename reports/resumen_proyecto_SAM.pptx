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3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9700000" y="-100000"/>
            <a:ext cx="2600000" cy="2600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900000" y="1100000"/>
            <a:ext cx="1600000" cy="1600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0800000">
            <a:off x="8900000" y="400000"/>
            <a:ext cx="1000000" cy="1000000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900000"/>
            <a:ext cx="8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68136"/>
                </a:solidFill>
              </a:rPr>
              <a:t>MDM Austral 2026 · Labo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1450000"/>
            <a:ext cx="95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Property Investment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27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D8DEEF"/>
                </a:solidFill>
              </a:rPr>
              <a:t>Estrategia ganadora, pruebas y fracasos — Equipo SAM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32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9C2DE"/>
                </a:solidFill>
              </a:rPr>
              <a:t>Modelo final: round8_distress_fix_scale083.csv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EL JUEGO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Objetivo y mecanica de la competencia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600000"/>
            <a:ext cx="108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Cada propiedad tiene un precio de oferta (asking price) generado al azar con una distribucion normal (gaussiana), media -7% y desvio 35%: asking = valor_real x (1 + Normal(-7%, 35%)). En criollo: el asking suele salir un poco por debajo del valor real, pero con mucha variacion — a veces sale muy bajo, a veces muy alto.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Compramos solo si nuestra prediccion supera el asking price en un 8% (pred &gt; asking x 1.08).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Si compramos, ofertamos pred x 0.85 en una subasta Vickrey (gana el mayor postor pero paga el precio del segundo postor). Ese x0.85 es una regla fija de la competencia, no algo que ajustamos nosotros — lo que si calibramos es la prediccion que entra a esa formula (alpha, escala).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Se corren 1,000 simulaciones Monte Carlo, 4 rondas por simulacion, capital de $5M por ronda.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Gana el equipo con mayor Mean ROI promedio (metrica principal). El Win Rate es secundario: no decide el ganador.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186158" y="-198852"/>
            <a:ext cx="1901656" cy="2273969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Cronologia: que probamos, que funciono y que no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00000" y="1500000"/>
          <a:ext cx="10800000" cy="5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/>
                <a:gridCol w="7600000"/>
                <a:gridCol w="160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Ronda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 se probo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1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Baseline LightGBM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2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Segmentacion + Feature Engineering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Calibri"/>
                        </a:rPr>
                        <a:t>NO 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3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Deteccion de "distressed sales ocultas"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3-4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Embeddings de imagenes (CLIP)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4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Regresion cuantil (percentil 35, no la media)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Simulador propio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Monte Carlo local calibrado con datos reales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5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Mas conservador, penalidad dura a foreclosure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6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Experimento: prediccion central + descuento quirurgico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Punto intermedio: alpha=0.42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Fix quirurgico final (mejor modelo)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9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Intento con texto (LLM local)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Calibri"/>
                        </a:rPr>
                        <a:t>NO FUNCIONO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Calibracion final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Barrido de escala sobre Ronda 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Criterio de Kelly (escala por segmento) — casi empata al campeon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Edge por bucket (segmento x precio) — no supera al campeon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ESTRATEGIA GANADORA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Los 3 saltos que construyeron el modelo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650000"/>
            <a:ext cx="108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Embeddings de imagenes (CLIP): +92% de ROI vs el modelo tabular solo (el salto individual mas grande del proyecto).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Regresion cuantil (percentil 35, no la media): ataca el error asimetrico del juego — sobreestimar destruye capital, subestimar solo cuesta la oportunidad.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Fix quirurgico de propiedades distressed + calibracion final de escala (x0.83): confirmado en 3 corridas independientes de Practice, entre 2x y 4x mejor Mean ROI que sin escalar.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000" y="560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3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1C3087"/>
                </a:solidFill>
              </a:rPr>
              <a:t>Modelo final: round8_distress_fix_scale083.csv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186158" y="-198852"/>
            <a:ext cx="1901656" cy="2273969"/>
          </a:xfrm>
          <a:prstGeom prst="rtTriangl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LO QUE NO FUNCIONO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Ronda 9: features de texto (LLM local)</a:t>
            </a:r>
          </a:p>
        </p:txBody>
      </p:sp>
      <p:pic>
        <p:nvPicPr>
          <p:cNvPr id="6" name="Picture 5" descr="chart_roun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000" y="1550000"/>
            <a:ext cx="9300000" cy="4443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0000" y="5900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Unico cambio respecto a Ronda 8: agregar 18 features semanticas extraidas de las descripciones con un LLM local (Ollama). Empeoro el modelo — y lo confirmamos con una comparacion controlada antes de descartarlo.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LA MEJORA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Calibracion de escala sobre Ronda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150000"/>
            <a:ext cx="10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>
                <a:solidFill>
                  <a:srgbClr val="5B5B5B"/>
                </a:solidFill>
                <a:latin typeface="Calibri"/>
              </a:rPr>
              <a:t>Ojo: en el grafico, 0.85 parece ganarle a 0.83 — pero es una simulacion casera aproximada, no la fuente de verdad (ver por que abajo).</a:t>
            </a:r>
          </a:p>
        </p:txBody>
      </p:sp>
      <p:pic>
        <p:nvPicPr>
          <p:cNvPr id="6" name="Picture 5" descr="chart_scal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000" y="1650000"/>
            <a:ext cx="8800000" cy="42610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0000" y="615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Validado de verdad con 3 corridas independientes en el dashboard real: ahi escala 0.83 le gano a 0.85 y a Ronda 8 sin escalar, por 2x a 4x en Mean ROI, sin excepciones.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186158" y="-198852"/>
            <a:ext cx="1901656" cy="2273969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EXPERIMENTO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Criterio de Kelly, adaptado a la subasta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550000"/>
            <a:ext cx="108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En criollo: pensa 3 mesas de casino, una por segmento. En cada una sabemos que tan seguido ganamos (Hit Rate) y cuanto ganamos/perdemos cuando pasa — Kelly usa esos datos para decidir donde apostar mas fuerte y donde mas flojo (formula: f* = p/L − q/W).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400000" y="3050000"/>
          <a:ext cx="9400000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000"/>
                <a:gridCol w="2350000"/>
                <a:gridCol w="2350000"/>
                <a:gridCol w="2350000"/>
              </a:tblGrid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Segmento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 Rate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Kelly f*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Escala sugerida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3.08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0.828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CONDO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70.5%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3.28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0.832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REST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3.17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0000" y="500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1C9C82"/>
                </a:solidFill>
              </a:rPr>
              <a:t>Local: 0.83 plano = 9.95%  →  Kelly = 10.15%  ·  Practice real: Kelly 32.57% vs campeon 32.72% (empate practico)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750000"/>
            <a:ext cx="10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>
                <a:solidFill>
                  <a:srgbClr val="5B5B5B"/>
                </a:solidFill>
                <a:latin typeface="Calibri"/>
              </a:rPr>
              <a:t>Las 3 mesas salieron casi iguales — Kelly confirma que la escala plana ya estaba cerca del optimo, sin gran diferenciacion entre segmentos.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EXPERIMENTO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Edge (valor esperado) por segmento x precio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550000"/>
            <a:ext cx="108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En criollo: Kelly separo en 3 mesas por segmento y no vio diferencias. Edge parte cada mesa en otras 3 segun que tan cara es la propiedad DENTRO de su propio segmento (barata/media/cara) — 9 mesas en total.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00000" y="2650000"/>
          <a:ext cx="9000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000"/>
                <a:gridCol w="2250000"/>
                <a:gridCol w="2250000"/>
                <a:gridCol w="2250000"/>
              </a:tblGrid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 Rate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 (% del bid)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Escala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</a:tr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bajo (los 3 segmentos)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77.2%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1.51%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~0.80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medio (los 3 segmentos)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86.1%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1.75%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~0.83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alto (los 3 segmentos)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91.4%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2.06%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0000" y="455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81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C68136"/>
                </a:solidFill>
              </a:rPr>
              <a:t>Local: 0.83 plano = 9.95%  →  Edge = 10.22%  ·  Practice real: Edge 31.01% vs campeon 32.72% (queda por debajo)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300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>
                <a:solidFill>
                  <a:srgbClr val="5B5B5B"/>
                </a:solidFill>
                <a:latin typeface="Calibri"/>
              </a:rPr>
              <a:t>El tercil 'alto' de precio siempre tiene mas edge que el 'bajo', en los 3 segmentos. Real, pero en Practice la mayor selectividad (menos volumen) no alcanzo para superar al campeon.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RECOMENDACION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Modelo elegido para la presentacion final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65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3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1C3087"/>
                </a:solidFill>
              </a:rPr>
              <a:t>round8_distress_fix_scale083.csv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00000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Es el modelo de Ronda 8 (tabular + imagenes CLIP + fix quirurgico de propiedades distressed) con todas las predicciones escaladas x0.83. Se probaron dos refinamientos mas finos para tratar de superarlo (Kelly por segmento y Edge por segmento x precio, secciones 6 y 7): ninguno le gano de forma clara en el dashboard real de Practice. La escala 0.83 queda confirmada como la mejor opcion disponible.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450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Rondas 1 a 8: evolucion incremental, validada en Practice en cada paso.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Ronda 9 (texto/LLM): pausada, no aporta con la cobertura/calidad actual.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Kelly y Edge: probados a fondo, ninguno le gano al campeon — se cierra la busqueda de mejoras con la escala 0.83 confirmada.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stral_closing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0000" y="3000000"/>
            <a:ext cx="60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C3087"/>
                </a:solidFill>
              </a:rPr>
              <a:t>MUCHAS 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